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FEF1-E5ED-C603-36CF-811026EB7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8C4A9-2113-C144-242B-5C798DE82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046AA-076F-195D-E079-8B49A39B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A9AC-D218-D473-BFF8-B23957FD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20E6-A3C2-83B1-A7D9-5281EE81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75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6D44-D3CE-374B-4D89-C2EA8C30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49FAB-ED91-7019-0F26-B666256B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B8C56-78A1-2956-AB48-0C4E524F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B2CB9-4584-641E-C4E6-699AD5DE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68D6E-A303-C5AB-5A32-4B85AF66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64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2158-B0AB-1CAA-F357-5DCB922A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267B3-D368-D5FF-C883-FC346688F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E35E5-FCFC-C599-D96C-0615F8AB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8639F-BAC4-C7B0-F6A2-554B530A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0F26-F0EA-93F8-1DC8-5F83D1CD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50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9ACC-18B9-4F0C-27CF-A85ED553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971AF-FB09-BB9F-698F-F4F4BFED9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54EA3-D0CD-0B58-43FF-D0D316B17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61C2E-85E4-9D1F-256D-936C5BB1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84EC7-4EA0-C954-BCA9-FF8C4A11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38D1C-5A21-BAF3-7315-F316B27A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2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59F5-E095-E93C-ACE8-A66D4C6E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F112A-A164-D1D8-CD88-95948B233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70D29-D6F2-AAC6-4FEB-4A30FDD91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A5B7E-5272-3865-44AE-D552F1397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7E22D-2A1A-F68A-B795-631E7F01C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2A34E-43E7-1FB1-9651-C72DA54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1D147-1633-76C0-5AEA-75F113FE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8446E-F6B4-7323-44FD-C3366411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2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DFCC-632C-5AF5-8D04-291B122E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5A884-9552-E49C-E16E-2D95E04B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585BA-1E7B-7697-03F3-6F1166A47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95A54-B1BA-50EF-3263-8E92EFCE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2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DADC6-2E8D-B194-8D05-43FD6D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69C44-C2AC-13D3-B167-4C657A85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781D6-CA6E-FDFB-8F14-E2FD9D15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5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82D1-D1FF-37E4-AB61-890B3BC7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4994-2AF5-726F-B6BB-66F1F02ED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DB9FA-C38F-A4A9-27C3-F359CAE14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57619-8982-C7A4-F79A-777D6AB9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C461A-BB63-FA55-BF30-421FEA41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C8C6C-F805-9C1D-2861-55F1B760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08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DB6A-D9EE-D7C5-A68D-FC9EB102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4CA37-982F-244E-4388-E47038013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AC8C1-9239-7837-C3B8-F00F2C71D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6DB05-7A1A-94D3-120D-4C8C606D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978BE-B322-A42B-604B-DA3AC16E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BBA38-E627-D2C0-CEFA-F2FC25BD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01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42FA-B021-D0D7-FA03-8D66A58E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0C66C-DA30-AC26-BE87-F0549F417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86A0-36AB-5CD4-4939-AC001692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C9374-D404-0616-EC07-747AB224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71ABE-8AE0-831C-AE4B-9CA3FD22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2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83597-6670-8093-DF31-B2803610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C42E4-CA75-707E-80D6-F4B4C415D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F9330-7A9B-73F7-F2C3-F245DF38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D50CE-8502-70F5-0931-0FBFF637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7A1A-0C69-278A-4141-B547073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97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7AFFEE-CCB5-E0AA-043E-8A71FB91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2B4B5-23D1-F7B5-E9C4-4487DA25E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12D30-4614-F131-2C48-A2F7E47FD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20873-64B3-45E8-BFB2-4A9D7C1093A9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1C3A7-5E8B-3DD3-8E8C-337F4FBE8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99E9D-E567-7208-AC79-9AFE1FF10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82CA3-C587-40C4-A36D-F7C1D1B71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7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35C6-C578-4D4B-F587-9912F3FF3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326" y="0"/>
            <a:ext cx="9144000" cy="1315451"/>
          </a:xfrm>
        </p:spPr>
        <p:txBody>
          <a:bodyPr/>
          <a:lstStyle/>
          <a:p>
            <a:r>
              <a:rPr lang="en-IN" b="1" dirty="0" err="1">
                <a:latin typeface="Arial Black" panose="020B0A04020102020204" pitchFamily="34" charset="0"/>
              </a:rPr>
              <a:t>Blinkit</a:t>
            </a:r>
            <a:r>
              <a:rPr lang="en-IN" b="1" dirty="0">
                <a:latin typeface="Arial Black" panose="020B0A04020102020204" pitchFamily="34" charset="0"/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5F3A5-585F-928D-F3EE-52E6507DE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895" y="1315450"/>
            <a:ext cx="11149263" cy="4764507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IN" sz="4000" b="1" dirty="0"/>
              <a:t>Business Requirement</a:t>
            </a:r>
          </a:p>
          <a:p>
            <a:pPr algn="l"/>
            <a:r>
              <a:rPr lang="en-IN" sz="4000" dirty="0"/>
              <a:t>To conduct a comprehensive analysis of </a:t>
            </a:r>
            <a:r>
              <a:rPr lang="en-IN" sz="4000" dirty="0" err="1"/>
              <a:t>Blinkit’s</a:t>
            </a:r>
            <a:r>
              <a:rPr lang="en-IN" sz="4000" dirty="0"/>
              <a:t> sales performance, customer satisfaction, and inventory distribution to identify key insights and opportunities for optimization using various KPIs and visualization in Power BI.</a:t>
            </a:r>
          </a:p>
          <a:p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73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25E7-A728-4F59-B972-E009DD65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CFE7-02C3-F4E3-6926-F89F060A2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463" y="1"/>
            <a:ext cx="9144000" cy="1251284"/>
          </a:xfrm>
        </p:spPr>
        <p:txBody>
          <a:bodyPr/>
          <a:lstStyle/>
          <a:p>
            <a:r>
              <a:rPr lang="en-IN" b="1" dirty="0">
                <a:latin typeface="+mn-lt"/>
              </a:rPr>
              <a:t>KPI’s Requirement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D6027-9185-16F4-EACE-ABB82BF55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4609" y="1251284"/>
            <a:ext cx="10812379" cy="5117431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IN" sz="4000" dirty="0"/>
              <a:t>Total Sales: The overall revenue generated from all items sold.</a:t>
            </a:r>
          </a:p>
          <a:p>
            <a:pPr marL="457200" indent="-457200" algn="l">
              <a:buAutoNum type="arabicPeriod"/>
            </a:pPr>
            <a:r>
              <a:rPr lang="en-IN" sz="4000" dirty="0"/>
              <a:t>Average Sales: The average revenue per sale.</a:t>
            </a:r>
          </a:p>
          <a:p>
            <a:pPr marL="457200" indent="-457200" algn="l">
              <a:buAutoNum type="arabicPeriod"/>
            </a:pPr>
            <a:r>
              <a:rPr lang="en-IN" sz="4000" dirty="0"/>
              <a:t>Number of Items: The total count of different items sold.</a:t>
            </a:r>
          </a:p>
          <a:p>
            <a:pPr marL="457200" indent="-457200" algn="l">
              <a:buAutoNum type="arabicPeriod"/>
            </a:pPr>
            <a:r>
              <a:rPr lang="en-IN" sz="4000" dirty="0"/>
              <a:t>Average Rating: The average customer rating for items sold.</a:t>
            </a:r>
          </a:p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033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31E5-3F25-F3F1-AC7C-72E01FB1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204704"/>
            <a:ext cx="10515600" cy="1325563"/>
          </a:xfrm>
        </p:spPr>
        <p:txBody>
          <a:bodyPr/>
          <a:lstStyle/>
          <a:p>
            <a:pPr algn="ctr"/>
            <a:r>
              <a:rPr lang="en-IN" sz="6000" b="1" dirty="0">
                <a:latin typeface="+mn-lt"/>
              </a:rPr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80375-2663-62EC-CFC5-E23DA3136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321720"/>
            <a:ext cx="10984832" cy="512302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9000" b="1" dirty="0"/>
              <a:t>Charts Requirements</a:t>
            </a:r>
          </a:p>
          <a:p>
            <a:pPr marL="0" indent="0">
              <a:buNone/>
            </a:pPr>
            <a:r>
              <a:rPr lang="en-IN" sz="6000" b="1" dirty="0"/>
              <a:t>1.Total Sales by Fat Content:</a:t>
            </a:r>
          </a:p>
          <a:p>
            <a:pPr marL="914400" lvl="2" indent="0">
              <a:buNone/>
            </a:pPr>
            <a:r>
              <a:rPr lang="en-IN" sz="5200" b="1" dirty="0"/>
              <a:t>Objective</a:t>
            </a:r>
            <a:r>
              <a:rPr lang="en-IN" sz="5200" dirty="0"/>
              <a:t>: </a:t>
            </a:r>
            <a:r>
              <a:rPr lang="en-IN" sz="5200" dirty="0" err="1"/>
              <a:t>Analyze</a:t>
            </a:r>
            <a:r>
              <a:rPr lang="en-IN" sz="5200" dirty="0"/>
              <a:t> the impact of fat content on total sales.</a:t>
            </a:r>
          </a:p>
          <a:p>
            <a:pPr marL="914400" lvl="2" indent="0">
              <a:buNone/>
            </a:pPr>
            <a:r>
              <a:rPr lang="en-IN" sz="5200" b="1" dirty="0"/>
              <a:t>Additional KPI Metrics: </a:t>
            </a:r>
            <a:r>
              <a:rPr lang="en-IN" sz="5200" dirty="0"/>
              <a:t>Assess how other KPIs(Average Sales, Number of Items, Average Rating) vary with fat content.</a:t>
            </a:r>
          </a:p>
          <a:p>
            <a:pPr marL="914400" lvl="2" indent="0">
              <a:buNone/>
            </a:pPr>
            <a:r>
              <a:rPr lang="en-IN" sz="5200" b="1" dirty="0"/>
              <a:t>Chart Type: </a:t>
            </a:r>
            <a:r>
              <a:rPr lang="en-IN" sz="5200" dirty="0"/>
              <a:t>Donut Chart.</a:t>
            </a:r>
          </a:p>
          <a:p>
            <a:pPr marL="0" indent="0">
              <a:buNone/>
            </a:pPr>
            <a:endParaRPr lang="en-IN" sz="6000" dirty="0"/>
          </a:p>
          <a:p>
            <a:pPr marL="0" indent="0">
              <a:buNone/>
            </a:pPr>
            <a:r>
              <a:rPr lang="en-IN" sz="6000" b="1" dirty="0"/>
              <a:t>2. Total Sales by Item Type:</a:t>
            </a:r>
          </a:p>
          <a:p>
            <a:pPr marL="914400" lvl="2" indent="0">
              <a:buNone/>
            </a:pPr>
            <a:r>
              <a:rPr lang="en-IN" sz="5200" b="1" dirty="0"/>
              <a:t>Objective: </a:t>
            </a:r>
            <a:r>
              <a:rPr lang="en-IN" sz="5200" dirty="0"/>
              <a:t>Identify the performance of different item types in terms of total sales.</a:t>
            </a:r>
          </a:p>
          <a:p>
            <a:pPr marL="914400" lvl="2" indent="0">
              <a:buNone/>
            </a:pPr>
            <a:r>
              <a:rPr lang="en-IN" sz="5200" b="1" dirty="0"/>
              <a:t>Additional KPI Metrics: </a:t>
            </a:r>
            <a:r>
              <a:rPr lang="en-IN" sz="5200" dirty="0"/>
              <a:t>Assess how other KPIs(Average Sales, Number of Items, Average Rating) vary with fat content.</a:t>
            </a:r>
          </a:p>
          <a:p>
            <a:pPr marL="914400" lvl="2" indent="0">
              <a:buNone/>
            </a:pPr>
            <a:r>
              <a:rPr lang="en-IN" sz="5200" b="1" dirty="0"/>
              <a:t>Chart Type: </a:t>
            </a:r>
            <a:r>
              <a:rPr lang="en-IN" sz="5200" dirty="0"/>
              <a:t>Bar Chart.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24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574C-1FA6-5E7F-CBB1-4D92C98B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2AFE-8F60-A4E4-68A6-D86A130F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204704"/>
            <a:ext cx="10515600" cy="1325563"/>
          </a:xfrm>
        </p:spPr>
        <p:txBody>
          <a:bodyPr/>
          <a:lstStyle/>
          <a:p>
            <a:pPr algn="ctr"/>
            <a:r>
              <a:rPr lang="en-IN" sz="6000" b="1" dirty="0">
                <a:latin typeface="+mn-lt"/>
              </a:rPr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E8874-AEEF-B746-DE4B-25946FFB5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321720"/>
            <a:ext cx="10984832" cy="53315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5800" b="1" dirty="0"/>
              <a:t>Charts Requirements</a:t>
            </a:r>
          </a:p>
          <a:p>
            <a:pPr marL="0" indent="0">
              <a:buNone/>
            </a:pPr>
            <a:endParaRPr lang="en-IN" sz="5800" b="1" dirty="0"/>
          </a:p>
          <a:p>
            <a:pPr marL="0" indent="0">
              <a:buNone/>
            </a:pPr>
            <a:r>
              <a:rPr lang="en-IN" sz="3700" b="1" dirty="0"/>
              <a:t>3. Fat Content by Outlet for Total Sales:</a:t>
            </a:r>
          </a:p>
          <a:p>
            <a:pPr marL="914400" lvl="2" indent="0">
              <a:buNone/>
            </a:pPr>
            <a:r>
              <a:rPr lang="en-IN" sz="2600" b="1" dirty="0"/>
              <a:t>Objective: </a:t>
            </a:r>
            <a:r>
              <a:rPr lang="en-IN" sz="2600" dirty="0"/>
              <a:t>Compare total sales across different outlets segmented by fat content.</a:t>
            </a:r>
          </a:p>
          <a:p>
            <a:pPr marL="914400" lvl="2" indent="0">
              <a:buNone/>
            </a:pPr>
            <a:r>
              <a:rPr lang="en-IN" sz="2600" b="1" dirty="0"/>
              <a:t>Additional KPI Metrics: </a:t>
            </a:r>
            <a:r>
              <a:rPr lang="en-IN" sz="2600" dirty="0"/>
              <a:t>Assess how other KPIs(Average Sales, Number of Items, Average Rating) vary with fat content.</a:t>
            </a:r>
          </a:p>
          <a:p>
            <a:pPr marL="914400" lvl="2" indent="0">
              <a:buNone/>
            </a:pPr>
            <a:r>
              <a:rPr lang="en-IN" sz="2600" b="1" dirty="0"/>
              <a:t>Chart Type: </a:t>
            </a:r>
            <a:r>
              <a:rPr lang="en-IN" sz="2600" dirty="0"/>
              <a:t>Stacked Column Chart.</a:t>
            </a:r>
          </a:p>
          <a:p>
            <a:pPr marL="0" indent="0">
              <a:buNone/>
            </a:pPr>
            <a:endParaRPr lang="en-IN" sz="3400" dirty="0"/>
          </a:p>
          <a:p>
            <a:pPr marL="0" indent="0">
              <a:buNone/>
            </a:pPr>
            <a:r>
              <a:rPr lang="en-IN" sz="3400" b="1" dirty="0"/>
              <a:t>4. Total Sales by Outlet Establishment:</a:t>
            </a:r>
          </a:p>
          <a:p>
            <a:pPr marL="914400" lvl="2" indent="0">
              <a:buNone/>
            </a:pPr>
            <a:r>
              <a:rPr lang="en-IN" sz="2600" b="1" dirty="0"/>
              <a:t>Objective: </a:t>
            </a:r>
            <a:r>
              <a:rPr lang="en-IN" sz="2600" dirty="0"/>
              <a:t>Evaluate how the age or type of outlet establishment influences total sales.</a:t>
            </a:r>
          </a:p>
          <a:p>
            <a:pPr marL="914400" lvl="2" indent="0">
              <a:buNone/>
            </a:pPr>
            <a:r>
              <a:rPr lang="en-IN" sz="2600" b="1" dirty="0"/>
              <a:t>Chart Type: </a:t>
            </a:r>
            <a:r>
              <a:rPr lang="en-IN" sz="2600" dirty="0"/>
              <a:t>Line Chart.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2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B9AD3-7CF2-FDDF-8F9E-3A8C91FFC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499B-C949-B54E-E761-8B811BC5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204704"/>
            <a:ext cx="10515600" cy="1325563"/>
          </a:xfrm>
        </p:spPr>
        <p:txBody>
          <a:bodyPr/>
          <a:lstStyle/>
          <a:p>
            <a:pPr algn="ctr"/>
            <a:r>
              <a:rPr lang="en-IN" sz="6000" b="1" dirty="0">
                <a:latin typeface="+mn-lt"/>
              </a:rPr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0B792-497B-D207-7B06-D2802C7A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530266"/>
            <a:ext cx="10984832" cy="49026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5800" b="1" dirty="0"/>
              <a:t>Charts Requirements</a:t>
            </a:r>
          </a:p>
          <a:p>
            <a:pPr marL="0" indent="0">
              <a:buNone/>
            </a:pPr>
            <a:endParaRPr lang="en-IN" sz="5800" b="1" dirty="0"/>
          </a:p>
          <a:p>
            <a:pPr marL="0" indent="0">
              <a:buNone/>
            </a:pPr>
            <a:r>
              <a:rPr lang="en-IN" sz="3700" b="1" dirty="0"/>
              <a:t>5. Sales by Outlet Size:</a:t>
            </a:r>
          </a:p>
          <a:p>
            <a:pPr marL="457200" lvl="1" indent="0">
              <a:buNone/>
            </a:pPr>
            <a:r>
              <a:rPr lang="en-IN" sz="3000" b="1" dirty="0"/>
              <a:t>Objective: </a:t>
            </a:r>
            <a:r>
              <a:rPr lang="en-IN" sz="3000" dirty="0" err="1"/>
              <a:t>Analyze</a:t>
            </a:r>
            <a:r>
              <a:rPr lang="en-IN" sz="3000" dirty="0"/>
              <a:t> the correlation between outlet size and total sales.</a:t>
            </a:r>
          </a:p>
          <a:p>
            <a:pPr marL="457200" lvl="1" indent="0">
              <a:buNone/>
            </a:pPr>
            <a:r>
              <a:rPr lang="en-IN" sz="3000" b="1" dirty="0"/>
              <a:t>Chart Type: </a:t>
            </a:r>
            <a:r>
              <a:rPr lang="en-IN" sz="3000" dirty="0"/>
              <a:t>Donut/Pie Chart.</a:t>
            </a:r>
          </a:p>
          <a:p>
            <a:pPr marL="0" indent="0">
              <a:buNone/>
            </a:pPr>
            <a:endParaRPr lang="en-IN" sz="3400" dirty="0"/>
          </a:p>
          <a:p>
            <a:pPr marL="0" indent="0">
              <a:buNone/>
            </a:pPr>
            <a:r>
              <a:rPr lang="en-IN" sz="3400" b="1" dirty="0"/>
              <a:t>6. Sales by Outlet Location:</a:t>
            </a:r>
          </a:p>
          <a:p>
            <a:pPr marL="457200" lvl="1" indent="0">
              <a:buNone/>
            </a:pPr>
            <a:r>
              <a:rPr lang="en-IN" sz="3000" b="1" dirty="0"/>
              <a:t>Objective: </a:t>
            </a:r>
            <a:r>
              <a:rPr lang="en-IN" sz="3000" dirty="0"/>
              <a:t>Assess the geographic distribution of sales across different locations.</a:t>
            </a:r>
          </a:p>
          <a:p>
            <a:pPr marL="457200" lvl="1" indent="0">
              <a:buNone/>
            </a:pPr>
            <a:r>
              <a:rPr lang="en-IN" sz="3000" b="1" dirty="0"/>
              <a:t>Chart Type: </a:t>
            </a:r>
            <a:r>
              <a:rPr lang="en-IN" sz="3000" dirty="0"/>
              <a:t>Funnel Map.</a:t>
            </a:r>
          </a:p>
          <a:p>
            <a:pPr marL="0" indent="0">
              <a:buNone/>
            </a:pPr>
            <a:endParaRPr lang="en-IN" sz="3400" dirty="0"/>
          </a:p>
          <a:p>
            <a:pPr marL="0" indent="0">
              <a:buNone/>
            </a:pPr>
            <a:endParaRPr lang="en-IN" sz="3400" dirty="0"/>
          </a:p>
          <a:p>
            <a:pPr marL="0" indent="0">
              <a:buNone/>
            </a:pPr>
            <a:endParaRPr lang="en-IN" sz="3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C74D-1B12-E64F-3B37-C9F0546E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06B1-D49E-63AC-0B79-427931FD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5" y="204704"/>
            <a:ext cx="10515600" cy="1325563"/>
          </a:xfrm>
        </p:spPr>
        <p:txBody>
          <a:bodyPr/>
          <a:lstStyle/>
          <a:p>
            <a:pPr algn="ctr"/>
            <a:r>
              <a:rPr lang="en-IN" sz="6000" b="1" dirty="0">
                <a:latin typeface="+mn-lt"/>
              </a:rPr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5859-90EC-824A-3CA4-406666F9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321720"/>
            <a:ext cx="10984832" cy="5536280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IN" sz="4900" b="1" dirty="0"/>
              <a:t>Charts Requirements</a:t>
            </a:r>
          </a:p>
          <a:p>
            <a:pPr marL="0" indent="0">
              <a:lnSpc>
                <a:spcPct val="70000"/>
              </a:lnSpc>
              <a:buNone/>
            </a:pPr>
            <a:endParaRPr lang="en-IN" sz="4900" b="1" dirty="0"/>
          </a:p>
          <a:p>
            <a:pPr marL="0" indent="0">
              <a:lnSpc>
                <a:spcPct val="70000"/>
              </a:lnSpc>
              <a:buNone/>
            </a:pPr>
            <a:r>
              <a:rPr lang="en-IN" sz="3100" b="1" dirty="0"/>
              <a:t>7.All Metrics by Outlet Type:</a:t>
            </a:r>
          </a:p>
          <a:p>
            <a:pPr marL="457200" lvl="1" indent="0">
              <a:buNone/>
            </a:pPr>
            <a:r>
              <a:rPr lang="en-IN" sz="2700" b="1" dirty="0"/>
              <a:t>Objective: </a:t>
            </a:r>
            <a:r>
              <a:rPr lang="en-IN" sz="2700" dirty="0"/>
              <a:t>Provide a comprehensive view of all key metrics(Average Sales, Number of Items, Average Rating ) broken down by different outlet types.</a:t>
            </a:r>
          </a:p>
          <a:p>
            <a:pPr marL="457200" lvl="1" indent="0">
              <a:buNone/>
            </a:pPr>
            <a:r>
              <a:rPr lang="en-IN" sz="2700" b="1" dirty="0"/>
              <a:t>Chart Type: </a:t>
            </a:r>
            <a:r>
              <a:rPr lang="en-IN" sz="2700" dirty="0"/>
              <a:t>Matrix Card.</a:t>
            </a:r>
          </a:p>
          <a:p>
            <a:pPr marL="0" indent="0">
              <a:buNone/>
            </a:pPr>
            <a:endParaRPr lang="en-IN" sz="4000" dirty="0"/>
          </a:p>
          <a:p>
            <a:pPr marL="0" indent="0">
              <a:buNone/>
            </a:pPr>
            <a:endParaRPr lang="en-IN" sz="4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95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379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Wingdings</vt:lpstr>
      <vt:lpstr>Office Theme</vt:lpstr>
      <vt:lpstr>Blinkit Analysis</vt:lpstr>
      <vt:lpstr>KPI’s Requirement</vt:lpstr>
      <vt:lpstr>Business Requirement</vt:lpstr>
      <vt:lpstr>Business Requirement</vt:lpstr>
      <vt:lpstr>Business Requirement</vt:lpstr>
      <vt:lpstr>Business Requirement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jaishree Patil</dc:creator>
  <cp:lastModifiedBy>jaishree Patil</cp:lastModifiedBy>
  <cp:revision>2</cp:revision>
  <dcterms:created xsi:type="dcterms:W3CDTF">2025-12-24T18:52:51Z</dcterms:created>
  <dcterms:modified xsi:type="dcterms:W3CDTF">2025-12-24T19:27:49Z</dcterms:modified>
</cp:coreProperties>
</file>